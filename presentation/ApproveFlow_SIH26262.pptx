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product and the problem statement. All data in the prototype is fictional.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safeguard is part of the problem, not an afterthought.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822960" cy="82296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011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SIH26262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688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ApproveFlow AICTE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3832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&amp; Compliance Command Centre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14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AICTE approval workflow automation, compliance monitoring and alert management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669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[add team name] · Institution: [add institution]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manual follow-up, missed deadlines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official statement asks for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65836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move through scrutiny, re-scrutiny, EVC and competent-authority stages, each with its own rules.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Undertakings and lease or document renewals carry due dates that institutions must meet.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Stage-wise pendency, EVC scheduling and expiring documents are tracked by hand across regions.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deadlines and expired documents lead to escalations that come late, or not at all.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589520" y="1828800"/>
            <a:ext cx="402336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F172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863840" y="2103120"/>
            <a:ext cx="457200" cy="4572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863840" y="2697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must not do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863840" y="315468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must not approve, reject, verify or close a case. Statutory scrutiny, inspection and decisions stay with the competent authority.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prototype · Not an official AICTE system · Fictional data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 for approvals and compliance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modules, one set of rules, one audit trail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F172A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03120"/>
            <a:ext cx="457200" cy="4572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6974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engine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546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configurable routes; checklists, owners and target days.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0" y="182880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F172A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2103120"/>
            <a:ext cx="457200" cy="4572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26974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EVC scheduling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31546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Queue, board, calendar and list; visits must be recorded first.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46720" y="182880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F172A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21040" y="2103120"/>
            <a:ext cx="457200" cy="4572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21040" y="26974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Undertakings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31546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Conditions, evidence versions, reviewer verification.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06908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F172A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4343400"/>
            <a:ext cx="457200" cy="4572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49377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validity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3949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 tracking, renewals kept as versions, review before use.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297680" y="406908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F172A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0" y="4343400"/>
            <a:ext cx="457200" cy="4572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0" y="49377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&amp; escalation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0" y="53949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rules, one alert per trigger, automatic escalation.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046720" y="406908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F172A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321040" y="4343400"/>
            <a:ext cx="457200" cy="45720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321040" y="49377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reports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8321040" y="53949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audit trail, nine reports, authorised CSV export.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prototype · Not an official AICTE system · Fictional data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Routing that follows the approval handbook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“New institution”: four configured stages, each with an owner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4688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25400">
            <a:solidFill>
              <a:srgbClr val="1D4E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9718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Scrutiny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3832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 officer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703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15 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 rot="2700000">
            <a:off x="3090672" y="3017520"/>
            <a:ext cx="228600" cy="228600"/>
          </a:xfrm>
          <a:prstGeom prst="rtTriangl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0" y="2194560"/>
            <a:ext cx="24688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254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1188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29718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Re-scrutiny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611880" y="33832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Committee reviewer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611880" y="3703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10 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 rot="2700000">
            <a:off x="5925312" y="3017520"/>
            <a:ext cx="228600" cy="228600"/>
          </a:xfrm>
          <a:prstGeom prst="rtTriangl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2194560"/>
            <a:ext cx="24688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25400">
            <a:solidFill>
              <a:srgbClr val="1D4ED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4652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29718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EVC visit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33832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EVC coordinator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3703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30 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 rot="2700000">
            <a:off x="8759952" y="3017520"/>
            <a:ext cx="228600" cy="228600"/>
          </a:xfrm>
          <a:prstGeom prst="rtTriangl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52560" y="2194560"/>
            <a:ext cx="24688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25400">
            <a:solidFill>
              <a:srgbClr val="0F172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28116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24" name="Text 22"/>
          <p:cNvSpPr txBox="1"/>
          <p:nvPr/>
        </p:nvSpPr>
        <p:spPr>
          <a:xfrm>
            <a:off x="9281160" y="29718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Competent decision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9281160" y="33832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Competent authority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281160" y="3703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10 d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57200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stage can only be completed by its owner role, with every checklist item confirmed.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EVC stage cannot close until the visit is recorded. Returns need a written reason.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competent authority can record the final outcome, with a stated reason.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prototype · Not an official AICTE system · Fictional data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application has one timeline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Stage, checklist, next action and deadline in one place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12064" y="1609344"/>
            <a:ext cx="7754112" cy="4873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5" name="Image 0" descr="C:\Users\manoj\Videos\sih 5th statement\presentation\screenshots\03-application-detail-scrutin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7680960" cy="4800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5379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detail: stepper, checklist, assignee and deadline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1737360"/>
            <a:ext cx="32918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bureau officer sees only the actions their stage allows.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is written to the timeline and the audit trail.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Deadlines show as on track, due soon or overdue.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prototype · Not an official AICTE system · Fictional data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EVC queue: from waiting to visit completed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institutions are tagged; overdue visits are flagged in red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12064" y="1609344"/>
            <a:ext cx="7754112" cy="4873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5" name="Image 0" descr="C:\Users\manoj\Videos\sih 5th statement\presentation\screenshots\04-evc-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7680960" cy="4800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5379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EVC status board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1737360"/>
            <a:ext cx="32918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enter the queue only after their preliminary stage.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Board, month calendar and list views all open the same record.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date and observations are recorded before the stage can close.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prototype · Not an official AICTE system · Fictional data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is verified, never assumed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Submissions are versions; the verified copy changes only on reviewer acceptance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12064" y="1700784"/>
            <a:ext cx="5559552" cy="35021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5" name="Image 0" descr="C:\Users\manoj\Videos\sih 5th statement\presentation\screenshots\08-undertaking-his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5486400" cy="34290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257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Undertaking: two evidence versions, reviewer remarks kept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272784" y="1700784"/>
            <a:ext cx="5559552" cy="35021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8" name="Image 1" descr="C:\Users\manoj\Videos\sih 5th statement\presentation\screenshots\11-document-renewal-histo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37360"/>
            <a:ext cx="5486400" cy="34290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309360" y="5257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Lease renewal: version 1 kept as superseded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prototype · Not an official AICTE system · Fictional data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Alerts that escalate, and never duplicate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checks again and nothing new is created for the same trigger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12064" y="1700784"/>
            <a:ext cx="7022592" cy="4416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5" name="Image 0" descr="C:\Users\manoj\Videos\sih 5th statement\presentation\screenshots\13-escala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6949440" cy="4343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17220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&amp; escalations after the clock moved forward ten days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863840" y="1737360"/>
            <a:ext cx="38404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F172A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138160" y="2011680"/>
            <a:ext cx="457200" cy="4572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138160" y="2606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alert per trigger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138160" y="30632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Re-runs are idempotent. The second run in the demo reports 0 new alerts and 0 escalations.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863840" y="4069080"/>
            <a:ext cx="38404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F172A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138160" y="4343400"/>
            <a:ext cx="457200" cy="45720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138160" y="49377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ladder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8138160" y="53949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Assignee, then regional supervisor, then the designated administrative authority. Each level fires once.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prototype · Not an official AICTE system · Fictional data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 and an audit trail nobody can edit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Authorised CSV export; the database refuses edits to audit rows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12064" y="1700784"/>
            <a:ext cx="5559552" cy="35021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5" name="Image 0" descr="C:\Users\manoj\Videos\sih 5th statement\presentation\screenshots\15-reports-pendenc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5486400" cy="34290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257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Pendency by stage, with overdue cases in red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272784" y="1700784"/>
            <a:ext cx="5559552" cy="35021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8" name="Image 1" descr="C:\Users\manoj\Videos\sih 5th statement\presentation\screenshots\17-audit-trai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37360"/>
            <a:ext cx="5486400" cy="34290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309360" y="5257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with JSON details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prototype · Not an official AICTE system · Fictional data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 by role, enforced on the server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buttons are a convenience; every write and query is checked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F172A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11680"/>
            <a:ext cx="457200" cy="4572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606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scope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6324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 users see only their institution. Regional officers see their region.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26480" y="1737360"/>
            <a:ext cx="539496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F172A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0" y="2011680"/>
            <a:ext cx="457200" cy="4572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2606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306324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PNG or JPG up to 10 MB, checked by content; downloads are authorised and logged.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539496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F172A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4297680"/>
            <a:ext cx="457200" cy="4572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892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34924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is limited to authorised roles and neutralises spreadsheet formulas.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26480" y="4023360"/>
            <a:ext cx="539496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F172A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0" y="4297680"/>
            <a:ext cx="457200" cy="4572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0" y="4892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sign-in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534924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Fictional accounts only. Production needs real identity and encryption at rest.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prototype · Not an official AICTE system · Fictional data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 supports. People decide.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109728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Alerts, reminders and escalations inform the responsible officer. They never change a decision.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case cannot be approved, rejected or closed by an alert or an overdue timer.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 submissions do not count as verification until a reviewer accepts them.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carries a recorded reason and is kept in the audit trail.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prototype · Not an official AICTE system · Fictional data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Verified, not just demonstrated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from the final run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1089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and integration tests passed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83280" y="182880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57600" y="21031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3657600" y="31089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walkthroughs passed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92240" y="21031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31089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or lint errors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052560" y="182880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326880" y="21031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5400" dirty="0"/>
          </a:p>
        </p:txBody>
      </p:sp>
      <p:sp>
        <p:nvSpPr>
          <p:cNvPr id="15" name="Text 13"/>
          <p:cNvSpPr txBox="1"/>
          <p:nvPr/>
        </p:nvSpPr>
        <p:spPr>
          <a:xfrm>
            <a:off x="9326880" y="31089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in the production build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29768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cover deadline boundaries, deduplication, escalation idempotency, permissions, scoping, file checks and audit immutability.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Walkthroughs A to E run through the real interface, including a mobile check.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prototype · Not an official AICTE system · Fictional data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official requirements are covered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mapping in docs/REQUIREMENTS_MAP.md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85800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it is met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Routing and stages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Five configured routes; owner-only stages; returns with reasons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 Dashboards and pendency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overviews, pendency charts, ageing, workload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 EVC scheduling and alerts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Queue, calendar, visit gating, EVC deadline alerts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D. Undertakings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Due dates, evidence versions, reviewer verification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 Lease and document validity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Expiry windows, renewals as versions, history kept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F. Notifications, escalation, reports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In-app notifications, escalation ladder, nine reports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prototype · Not an official AICTE system · Fictional data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run on any laptop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install beyond Node.js and npm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10972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with React 19 and strict TypeScript; server actions keep writes on the server.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PGlite: real Postgres running in-process, with versioned migrations and append-only triggers.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validation shared across forms and the server; Motion for purposeful animation.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 for unit and integration tests; Playwright for walkthroughs and screenshots.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prototype · Not an official AICTE system · Fictional data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limits and next steps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simulated, and what comes next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F172A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11680"/>
            <a:ext cx="457200" cy="4572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606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built yet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63240"/>
            <a:ext cx="4846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and SMS providers. Connection to AICTE systems (none exists). A background scheduler. Row-level database policies. Production identity and encryption at rest. Hindi and other language support.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737360"/>
            <a:ext cx="539496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F172A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0" y="2011680"/>
            <a:ext cx="457200" cy="4572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92240" y="2606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3063240"/>
            <a:ext cx="4846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every timeline, category and role against the APH. Connect to an official API only with authorisation. Add a scheduler and email notifications. Move to managed Postgres with encryption at rest.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prototype · Not an official AICTE system · Fictional data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3774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474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npm run db:reset, npm run dev, then follow docs/DEMO_SCRIPT.md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prototype · Not an official AICTE system · Fictional data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SIH 2026 prototype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ApproveFlow AICTE, SIH26262</dc:title>
  <dc:subject>PptxGenJS Presentation</dc:subject>
  <dc:creator>PptxGenJS</dc:creator>
  <cp:lastModifiedBy>PptxGenJS</cp:lastModifiedBy>
  <cp:revision>1</cp:revision>
  <dcterms:created xsi:type="dcterms:W3CDTF">2026-10-27T14:45:31Z</dcterms:created>
  <dcterms:modified xsi:type="dcterms:W3CDTF">2026-10-27T14:45:31Z</dcterms:modified>
</cp:coreProperties>
</file>